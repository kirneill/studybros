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23" d="100"/>
          <a:sy n="23" d="100"/>
        </p:scale>
        <p:origin x="196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7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3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1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1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7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99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6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6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31336-910A-6443-805C-D55F0310992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8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3D312F-564D-AA7A-DB37-00706EC0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891200" cy="329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Lenyn Gabriel</dc:creator>
  <cp:lastModifiedBy>Lenyn Gabriel</cp:lastModifiedBy>
  <cp:revision>1</cp:revision>
  <dcterms:created xsi:type="dcterms:W3CDTF">2026-04-23T21:54:57Z</dcterms:created>
  <dcterms:modified xsi:type="dcterms:W3CDTF">2026-04-23T21:57:05Z</dcterms:modified>
</cp:coreProperties>
</file>