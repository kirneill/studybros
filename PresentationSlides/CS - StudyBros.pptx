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50"/>
    <p:restoredTop sz="94643"/>
  </p:normalViewPr>
  <p:slideViewPr>
    <p:cSldViewPr snapToGrid="0">
      <p:cViewPr>
        <p:scale>
          <a:sx n="24" d="100"/>
          <a:sy n="24" d="100"/>
        </p:scale>
        <p:origin x="1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3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1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1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7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99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6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6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31336-910A-6443-805C-D55F03109927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69E0D-F937-C246-B2EB-2BE57DB95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8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6D1EF6-0607-7093-9AE6-CF0C949C01CE}"/>
              </a:ext>
            </a:extLst>
          </p:cNvPr>
          <p:cNvSpPr txBox="1"/>
          <p:nvPr/>
        </p:nvSpPr>
        <p:spPr>
          <a:xfrm>
            <a:off x="15665524" y="4047663"/>
            <a:ext cx="263054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KNIGHT FOUNDATION SCHOOL OF COMPUTER AND INFORMATION SCIENCES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D95E6-5CCE-396D-992A-B472C8B0C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3619"/>
            <a:ext cx="16709352" cy="5196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214ACB-28BF-7100-F911-804E77E9562D}"/>
              </a:ext>
            </a:extLst>
          </p:cNvPr>
          <p:cNvSpPr txBox="1"/>
          <p:nvPr/>
        </p:nvSpPr>
        <p:spPr>
          <a:xfrm>
            <a:off x="1381832" y="10008805"/>
            <a:ext cx="2056376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400" b="1" dirty="0">
                <a:latin typeface="Most Wazted" panose="02000500000000000000" pitchFamily="2" charset="77"/>
                <a:cs typeface="Arial" panose="020B0604020202020204" pitchFamily="34" charset="0"/>
              </a:rPr>
              <a:t>STUDYBROS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9F3C9-9465-457B-CB63-1D13447E7B46}"/>
              </a:ext>
            </a:extLst>
          </p:cNvPr>
          <p:cNvSpPr txBox="1"/>
          <p:nvPr/>
        </p:nvSpPr>
        <p:spPr>
          <a:xfrm>
            <a:off x="1381832" y="7719642"/>
            <a:ext cx="3133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TEAM: KIRNEILL JOSEPH, DANIEL LABRADOR, GONCALO FERREIRA NASCIMIENTO, LENYN MURILLO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AEF2C-B635-24DC-DF0F-CE656E7F6BB7}"/>
              </a:ext>
            </a:extLst>
          </p:cNvPr>
          <p:cNvSpPr txBox="1"/>
          <p:nvPr/>
        </p:nvSpPr>
        <p:spPr>
          <a:xfrm>
            <a:off x="1381832" y="8582129"/>
            <a:ext cx="31334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INSTRUCTOR: PROF. MASOUD SADJADI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5DABC-9B24-24AD-EDD7-9867CF1C191B}"/>
              </a:ext>
            </a:extLst>
          </p:cNvPr>
          <p:cNvSpPr txBox="1"/>
          <p:nvPr/>
        </p:nvSpPr>
        <p:spPr>
          <a:xfrm>
            <a:off x="1381832" y="16311835"/>
            <a:ext cx="16364223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Students have the material (slides, PDFs, recordings) but not the time to turn it into usable study assets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Recall alone isn't mastery; most tools don't track whether a student actually understands a topic or just saw it once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Existing study apps require a separate account, a separate app, and a separate habit</a:t>
            </a:r>
          </a:p>
          <a:p>
            <a:endParaRPr lang="en-US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CFA03-055C-0109-A72D-4F766A7C7C78}"/>
              </a:ext>
            </a:extLst>
          </p:cNvPr>
          <p:cNvSpPr txBox="1"/>
          <p:nvPr/>
        </p:nvSpPr>
        <p:spPr>
          <a:xfrm>
            <a:off x="1381832" y="22869094"/>
            <a:ext cx="1636422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REQUIREMENTS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Students converting lecture PDFs/slides into study material without manual prep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Self-learners generating quizzes from downloaded or recorded material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Core: ingest PDF/PPTX/TXT/MD/video, generate flashcards/quizzes/tests, schedule reviews by actual retention, run under 30 seconds per generation call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F5925-B5BC-9EF9-B6CB-04C24DFB8E79}"/>
              </a:ext>
            </a:extLst>
          </p:cNvPr>
          <p:cNvSpPr txBox="1"/>
          <p:nvPr/>
        </p:nvSpPr>
        <p:spPr>
          <a:xfrm>
            <a:off x="25021440" y="9175630"/>
            <a:ext cx="1636422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OUR SOLUTION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Ingest → chunk → AI-generate flashcards, quizzes, and practice tests from a student's own material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FSRS v5 spaced repetition + Bloom's-taxonomy mastery tracking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800" dirty="0"/>
              <a:t>Delivered three ways from one core library: web app, MCP server (use it from Claude/ChatGPT/Cursor with zero API key), and CLI Provider-agnostic generation (OpenAI, Anthropic, </a:t>
            </a:r>
            <a:r>
              <a:rPr lang="en-US" sz="4800" dirty="0" err="1"/>
              <a:t>OpenRouter</a:t>
            </a:r>
            <a:r>
              <a:rPr lang="en-US" sz="4800" dirty="0"/>
              <a:t>) — never locked to one vendor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C8AA3-AD18-8D0F-2B7E-507B600C2F2D}"/>
              </a:ext>
            </a:extLst>
          </p:cNvPr>
          <p:cNvSpPr txBox="1"/>
          <p:nvPr/>
        </p:nvSpPr>
        <p:spPr>
          <a:xfrm>
            <a:off x="18473640" y="16335783"/>
            <a:ext cx="57706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ARCHITECTURE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4EBC18-E7F7-A15A-358B-01BB503F58A1}"/>
              </a:ext>
            </a:extLst>
          </p:cNvPr>
          <p:cNvSpPr txBox="1"/>
          <p:nvPr/>
        </p:nvSpPr>
        <p:spPr>
          <a:xfrm>
            <a:off x="31374101" y="16335783"/>
            <a:ext cx="9285070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RESULTS</a:t>
            </a:r>
          </a:p>
          <a:p>
            <a:pPr lvl="0"/>
            <a:r>
              <a:rPr lang="en-US" sz="4800" dirty="0"/>
              <a:t>211 automated backend tests passing, clean lint and type-checking across the codebase</a:t>
            </a:r>
          </a:p>
          <a:p>
            <a:pPr lvl="0"/>
            <a:r>
              <a:rPr lang="en-US" sz="4800" dirty="0"/>
              <a:t>Live-verified end-to-end: upload → generate → review → export, including real 20MB+ file uploads</a:t>
            </a:r>
          </a:p>
          <a:p>
            <a:pPr lvl="0"/>
            <a:r>
              <a:rPr lang="en-US" sz="4800" dirty="0"/>
              <a:t>Two structured UI/UX audits completed (WCAG 2.1 AA + performance + security), 152 findings identified and triaged — evaluation was real, not a formality</a:t>
            </a:r>
          </a:p>
          <a:p>
            <a:pPr lvl="0"/>
            <a:r>
              <a:rPr lang="en-US" sz="4800" dirty="0"/>
              <a:t>Shipped a fully working platform after losing a team member mid-project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47079-3C57-04BC-EEBD-D25C7E496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640" y="17166780"/>
            <a:ext cx="12172876" cy="1408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286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Most Wazted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Lenyn Gabriel</dc:creator>
  <cp:lastModifiedBy>Lenyn Gabriel</cp:lastModifiedBy>
  <cp:revision>6</cp:revision>
  <dcterms:created xsi:type="dcterms:W3CDTF">2026-04-23T21:54:57Z</dcterms:created>
  <dcterms:modified xsi:type="dcterms:W3CDTF">2026-07-27T00:39:12Z</dcterms:modified>
</cp:coreProperties>
</file>